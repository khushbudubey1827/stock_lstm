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StockSense: LSTM-Based Stock Prediction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 | Flask + Deep Learning + Financial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Retail traders often lack simple, integrated tools for stock analysis.</a:t>
            </a:r>
          </a:p>
          <a:p>
            <a:pPr>
              <a:defRPr sz="2000"/>
            </a:pPr>
            <a:r>
              <a:t>Most solutions separate technical charts, prediction, and sentiment.</a:t>
            </a:r>
          </a:p>
          <a:p>
            <a:pPr>
              <a:defRPr sz="2000"/>
            </a:pPr>
            <a:r>
              <a:t>Goal: build one web app that gives trend insight, next-day estimate, and market mood.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Flask application with route-based modules for dashboard, live price, prediction, and sentiment.</a:t>
            </a:r>
          </a:p>
          <a:p>
            <a:pPr>
              <a:defRPr sz="2000"/>
            </a:pPr>
            <a:r>
              <a:t>Model: pre-trained deep LSTM network loaded from stock_dl_model.h5.</a:t>
            </a:r>
          </a:p>
          <a:p>
            <a:pPr>
              <a:defRPr sz="2000"/>
            </a:pPr>
            <a:r>
              <a:t>Data sources: Yahoo Finance (historical + live), GNews/YFinance headlines for sentiment.</a:t>
            </a:r>
          </a:p>
          <a:p>
            <a:pPr>
              <a:defRPr sz="2000"/>
            </a:pPr>
            <a:r>
              <a:t>Output: charts, next-day signal (BUY/SELL/HOLD), downloadable datasets, and live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Application Layer</a:t>
            </a:r>
          </a:p>
          <a:p>
            <a:pPr>
              <a:defRPr sz="1800"/>
            </a:pPr>
            <a:r>
              <a:t>User authentication (register/login/logout)</a:t>
            </a:r>
          </a:p>
          <a:p>
            <a:pPr>
              <a:defRPr sz="1800"/>
            </a:pPr>
            <a:r>
              <a:t>Dashboard route (/) for model visualization</a:t>
            </a:r>
          </a:p>
          <a:p>
            <a:pPr>
              <a:defRPr sz="1800"/>
            </a:pPr>
            <a:r>
              <a:t>Live price API and page</a:t>
            </a:r>
          </a:p>
          <a:p>
            <a:pPr>
              <a:defRPr sz="1800"/>
            </a:pPr>
            <a:r>
              <a:t>Next-day prediction page</a:t>
            </a:r>
          </a:p>
          <a:p>
            <a:pPr>
              <a:defRPr sz="1800"/>
            </a:pPr>
            <a:r>
              <a:t>Sentiment analysis page</a:t>
            </a:r>
          </a:p>
          <a:p>
            <a:pPr>
              <a:defRPr sz="1800"/>
            </a:pPr>
            <a:r>
              <a:t>CSV dataset download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ML + Data Layer</a:t>
            </a:r>
          </a:p>
          <a:p>
            <a:pPr>
              <a:defRPr sz="1800"/>
            </a:pPr>
            <a:r>
              <a:t>MySQL + SQLAlchemy for user records</a:t>
            </a:r>
          </a:p>
          <a:p>
            <a:pPr>
              <a:defRPr sz="1800"/>
            </a:pPr>
            <a:r>
              <a:t>Keras model inference for close-price trend</a:t>
            </a:r>
          </a:p>
          <a:p>
            <a:pPr>
              <a:defRPr sz="1800"/>
            </a:pPr>
            <a:r>
              <a:t>MinMaxScaler for normalization/inverse transform</a:t>
            </a:r>
          </a:p>
          <a:p>
            <a:pPr>
              <a:defRPr sz="1800"/>
            </a:pPr>
            <a:r>
              <a:t>Matplotlib chart generation</a:t>
            </a:r>
          </a:p>
          <a:p>
            <a:pPr>
              <a:defRPr sz="1800"/>
            </a:pPr>
            <a:r>
              <a:t>TextBlob polarity scoring</a:t>
            </a:r>
          </a:p>
          <a:p>
            <a:pPr>
              <a:defRPr sz="1800"/>
            </a:pPr>
            <a:r>
              <a:t>Session-based protected routes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Pipeline (Notebook)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Example ticker used: POWERGRID.NS with 4,555 rows of historical OHLCV data.</a:t>
            </a:r>
          </a:p>
          <a:p>
            <a:pPr>
              <a:defRPr sz="2000"/>
            </a:pPr>
            <a:r>
              <a:t>Data split: 70% training, 30% testing on Close price.</a:t>
            </a:r>
          </a:p>
          <a:p>
            <a:pPr>
              <a:defRPr sz="2000"/>
            </a:pPr>
            <a:r>
              <a:t>Sequence setup: 100-day lookback window for each sample.</a:t>
            </a:r>
          </a:p>
          <a:p>
            <a:pPr>
              <a:defRPr sz="2000"/>
            </a:pPr>
            <a:r>
              <a:t>Scaling: MinMaxScaler (0 to 1) for stable LSTM learning.</a:t>
            </a:r>
          </a:p>
          <a:p>
            <a:pPr>
              <a:defRPr sz="2000"/>
            </a:pPr>
            <a:r>
              <a:t>Training: 50 epochs, Adam optimizer, MSE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Network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 shape: (100, 1)</a:t>
            </a:r>
          </a:p>
          <a:p>
            <a:pPr>
              <a:defRPr sz="2000"/>
            </a:pPr>
            <a:r>
              <a:t>Stacked layers: LSTM(50) -&gt; LSTM(60) -&gt; LSTM(80) -&gt; LSTM(120)</a:t>
            </a:r>
          </a:p>
          <a:p>
            <a:pPr>
              <a:defRPr sz="2000"/>
            </a:pPr>
            <a:r>
              <a:t>Dropout: 0.2, 0.3, 0.4, 0.5 to reduce overfitting</a:t>
            </a:r>
          </a:p>
          <a:p>
            <a:pPr>
              <a:defRPr sz="2000"/>
            </a:pPr>
            <a:r>
              <a:t>Output layer: Dense(1) for next value regression</a:t>
            </a:r>
          </a:p>
          <a:p>
            <a:pPr>
              <a:defRPr sz="2000"/>
            </a:pPr>
            <a:r>
              <a:t>Approximate trainable parameters: 178,761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Indicator View</a:t>
            </a:r>
          </a:p>
        </p:txBody>
      </p:sp>
      <p:pic>
        <p:nvPicPr>
          <p:cNvPr id="3" name="Picture 2" descr="ema_20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Closing price with EMA-20 and EMA-50 overlays generated by the Flask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Trend View</a:t>
            </a:r>
          </a:p>
        </p:txBody>
      </p:sp>
      <p:pic>
        <p:nvPicPr>
          <p:cNvPr id="3" name="Picture 2" descr="ema_100_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Closing price with EMA-100 and EMA-200 to capture long-range movement.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vs Actual</a:t>
            </a:r>
          </a:p>
        </p:txBody>
      </p:sp>
      <p:pic>
        <p:nvPicPr>
          <p:cNvPr id="3" name="Picture 2" descr="stock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C3C3C"/>
                </a:solidFill>
              </a:defRPr>
            </a:pPr>
            <a:r>
              <a:t>Model output compared with actual test-series movement.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Product Features</a:t>
            </a:r>
          </a:p>
          <a:p>
            <a:pPr>
              <a:defRPr sz="1800"/>
            </a:pPr>
            <a:r>
              <a:t>Secure user login and registration</a:t>
            </a:r>
          </a:p>
          <a:p>
            <a:pPr>
              <a:defRPr sz="1800"/>
            </a:pPr>
            <a:r>
              <a:t>Interactive dashboard for selected ticker</a:t>
            </a:r>
          </a:p>
          <a:p>
            <a:pPr>
              <a:defRPr sz="1800"/>
            </a:pPr>
            <a:r>
              <a:t>Auto-generated analytics charts</a:t>
            </a:r>
          </a:p>
          <a:p>
            <a:pPr>
              <a:defRPr sz="1800"/>
            </a:pPr>
            <a:r>
              <a:t>Downloadable historical CSV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94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Decision Support</a:t>
            </a:r>
          </a:p>
          <a:p>
            <a:pPr>
              <a:defRPr sz="1800"/>
            </a:pPr>
            <a:r>
              <a:t>Next-day price estimate with direction</a:t>
            </a:r>
          </a:p>
          <a:p>
            <a:pPr>
              <a:defRPr sz="1800"/>
            </a:pPr>
            <a:r>
              <a:t>Trading signal logic: BUY / HOLD / SELL</a:t>
            </a:r>
          </a:p>
          <a:p>
            <a:pPr>
              <a:defRPr sz="1800"/>
            </a:pPr>
            <a:r>
              <a:t>Real-time price snapshot and intraday series</a:t>
            </a:r>
          </a:p>
          <a:p>
            <a:pPr>
              <a:defRPr sz="1800"/>
            </a:pPr>
            <a:r>
              <a:t>Headline sentiment summary with polarity labels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Predictions are based primarily on historical close prices (single-feature focus).</a:t>
            </a:r>
          </a:p>
          <a:p>
            <a:pPr>
              <a:defRPr sz="2000"/>
            </a:pPr>
            <a:r>
              <a:t>Sentiment uses lexical polarity; finance-specific NLP can improve reliability.</a:t>
            </a:r>
          </a:p>
          <a:p>
            <a:pPr>
              <a:defRPr sz="2000"/>
            </a:pPr>
            <a:r>
              <a:t>Backtesting and risk metrics can be added for stronger validation.</a:t>
            </a:r>
          </a:p>
          <a:p>
            <a:pPr>
              <a:defRPr sz="2000"/>
            </a:pPr>
            <a:r>
              <a:t>Future work: multi-feature modeling, transformer-based forecasting, portfolio-level recommendations.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project demonstrates an end-to-end stock analytics platform with deployed ML inference.</a:t>
            </a:r>
          </a:p>
          <a:p>
            <a:pPr>
              <a:defRPr sz="2000"/>
            </a:pPr>
            <a:r>
              <a:t>It combines data engineering, deep learning, and web product development in one workflow.</a:t>
            </a:r>
          </a:p>
          <a:p>
            <a:pPr>
              <a:defRPr sz="2000"/>
            </a:pPr>
            <a:r>
              <a:t>The architecture is ready for iterative upgrades toward production-grade quant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